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69" r:id="rId3"/>
    <p:sldId id="260" r:id="rId4"/>
    <p:sldId id="261" r:id="rId5"/>
    <p:sldId id="264" r:id="rId6"/>
    <p:sldId id="270" r:id="rId7"/>
    <p:sldId id="262" r:id="rId8"/>
    <p:sldId id="268" r:id="rId9"/>
    <p:sldId id="265" r:id="rId10"/>
    <p:sldId id="267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6" d="100"/>
          <a:sy n="76" d="100"/>
        </p:scale>
        <p:origin x="1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佑太 丹羽" userId="168c8a1c8d5485a8" providerId="LiveId" clId="{1FF82F16-0339-408E-948B-DCE383ADD4E0}"/>
    <pc:docChg chg="undo redo custSel addSld delSld modSld sldOrd modMainMaster">
      <pc:chgData name="佑太 丹羽" userId="168c8a1c8d5485a8" providerId="LiveId" clId="{1FF82F16-0339-408E-948B-DCE383ADD4E0}" dt="2026-01-15T13:42:23.561" v="597" actId="20577"/>
      <pc:docMkLst>
        <pc:docMk/>
      </pc:docMkLst>
      <pc:sldChg chg="modSp mod ord modClrScheme chgLayout">
        <pc:chgData name="佑太 丹羽" userId="168c8a1c8d5485a8" providerId="LiveId" clId="{1FF82F16-0339-408E-948B-DCE383ADD4E0}" dt="2026-01-15T12:51:32.902" v="133" actId="20578"/>
        <pc:sldMkLst>
          <pc:docMk/>
          <pc:sldMk cId="4294660840" sldId="260"/>
        </pc:sldMkLst>
        <pc:spChg chg="mod ord">
          <ac:chgData name="佑太 丹羽" userId="168c8a1c8d5485a8" providerId="LiveId" clId="{1FF82F16-0339-408E-948B-DCE383ADD4E0}" dt="2026-01-15T12:35:05.283" v="32" actId="700"/>
          <ac:spMkLst>
            <pc:docMk/>
            <pc:sldMk cId="4294660840" sldId="260"/>
            <ac:spMk id="2" creationId="{AD4AFA89-1D1B-2884-A311-6C7EB3BB8C2B}"/>
          </ac:spMkLst>
        </pc:spChg>
        <pc:spChg chg="mod ord">
          <ac:chgData name="佑太 丹羽" userId="168c8a1c8d5485a8" providerId="LiveId" clId="{1FF82F16-0339-408E-948B-DCE383ADD4E0}" dt="2026-01-15T12:35:05.283" v="32" actId="700"/>
          <ac:spMkLst>
            <pc:docMk/>
            <pc:sldMk cId="4294660840" sldId="260"/>
            <ac:spMk id="3" creationId="{D33E8C6C-1C18-02AA-B178-4FFFCC14F0CB}"/>
          </ac:spMkLst>
        </pc:spChg>
        <pc:spChg chg="mod ord">
          <ac:chgData name="佑太 丹羽" userId="168c8a1c8d5485a8" providerId="LiveId" clId="{1FF82F16-0339-408E-948B-DCE383ADD4E0}" dt="2026-01-15T12:35:05.283" v="32" actId="700"/>
          <ac:spMkLst>
            <pc:docMk/>
            <pc:sldMk cId="4294660840" sldId="260"/>
            <ac:spMk id="4" creationId="{323F71CB-517C-DE93-F48F-73E414CDA85F}"/>
          </ac:spMkLst>
        </pc:spChg>
      </pc:sldChg>
      <pc:sldChg chg="addSp delSp modSp mod ord">
        <pc:chgData name="佑太 丹羽" userId="168c8a1c8d5485a8" providerId="LiveId" clId="{1FF82F16-0339-408E-948B-DCE383ADD4E0}" dt="2026-01-15T13:35:02.699" v="559" actId="113"/>
        <pc:sldMkLst>
          <pc:docMk/>
          <pc:sldMk cId="1241080594" sldId="262"/>
        </pc:sldMkLst>
        <pc:spChg chg="add del mod">
          <ac:chgData name="佑太 丹羽" userId="168c8a1c8d5485a8" providerId="LiveId" clId="{1FF82F16-0339-408E-948B-DCE383ADD4E0}" dt="2026-01-15T13:35:02.699" v="559" actId="113"/>
          <ac:spMkLst>
            <pc:docMk/>
            <pc:sldMk cId="1241080594" sldId="262"/>
            <ac:spMk id="3" creationId="{CFF6CF3B-D147-F499-F48E-DD489C1CE787}"/>
          </ac:spMkLst>
        </pc:spChg>
        <pc:spChg chg="add del">
          <ac:chgData name="佑太 丹羽" userId="168c8a1c8d5485a8" providerId="LiveId" clId="{1FF82F16-0339-408E-948B-DCE383ADD4E0}" dt="2026-01-15T13:34:05.704" v="552" actId="21"/>
          <ac:spMkLst>
            <pc:docMk/>
            <pc:sldMk cId="1241080594" sldId="262"/>
            <ac:spMk id="4" creationId="{788CAC30-BC7A-F67E-679C-781D07E33692}"/>
          </ac:spMkLst>
        </pc:spChg>
        <pc:spChg chg="add mod">
          <ac:chgData name="佑太 丹羽" userId="168c8a1c8d5485a8" providerId="LiveId" clId="{1FF82F16-0339-408E-948B-DCE383ADD4E0}" dt="2026-01-15T13:34:03.779" v="551" actId="21"/>
          <ac:spMkLst>
            <pc:docMk/>
            <pc:sldMk cId="1241080594" sldId="262"/>
            <ac:spMk id="5" creationId="{5513B393-D32F-2C5B-D80F-AFEB80207540}"/>
          </ac:spMkLst>
        </pc:spChg>
      </pc:sldChg>
      <pc:sldChg chg="addSp delSp modSp mod ord modClrScheme chgLayout">
        <pc:chgData name="佑太 丹羽" userId="168c8a1c8d5485a8" providerId="LiveId" clId="{1FF82F16-0339-408E-948B-DCE383ADD4E0}" dt="2026-01-15T13:21:44.163" v="220" actId="20577"/>
        <pc:sldMkLst>
          <pc:docMk/>
          <pc:sldMk cId="8120633" sldId="264"/>
        </pc:sldMkLst>
        <pc:spChg chg="mod ord">
          <ac:chgData name="佑太 丹羽" userId="168c8a1c8d5485a8" providerId="LiveId" clId="{1FF82F16-0339-408E-948B-DCE383ADD4E0}" dt="2026-01-15T12:51:32.761" v="132" actId="700"/>
          <ac:spMkLst>
            <pc:docMk/>
            <pc:sldMk cId="8120633" sldId="264"/>
            <ac:spMk id="2" creationId="{7F954314-A40F-EB98-282F-56AF319B0CB7}"/>
          </ac:spMkLst>
        </pc:spChg>
        <pc:spChg chg="add del mod ord">
          <ac:chgData name="佑太 丹羽" userId="168c8a1c8d5485a8" providerId="LiveId" clId="{1FF82F16-0339-408E-948B-DCE383ADD4E0}" dt="2026-01-15T12:51:32.761" v="132" actId="700"/>
          <ac:spMkLst>
            <pc:docMk/>
            <pc:sldMk cId="8120633" sldId="264"/>
            <ac:spMk id="3" creationId="{93358E5D-325A-4AC3-100F-0F1C4042076E}"/>
          </ac:spMkLst>
        </pc:spChg>
        <pc:graphicFrameChg chg="mod modGraphic">
          <ac:chgData name="佑太 丹羽" userId="168c8a1c8d5485a8" providerId="LiveId" clId="{1FF82F16-0339-408E-948B-DCE383ADD4E0}" dt="2026-01-15T13:21:44.163" v="220" actId="20577"/>
          <ac:graphicFrameMkLst>
            <pc:docMk/>
            <pc:sldMk cId="8120633" sldId="264"/>
            <ac:graphicFrameMk id="4" creationId="{0C759670-03BC-F0CF-B002-BCD6BD488842}"/>
          </ac:graphicFrameMkLst>
        </pc:graphicFrameChg>
      </pc:sldChg>
      <pc:sldChg chg="modSp mod">
        <pc:chgData name="佑太 丹羽" userId="168c8a1c8d5485a8" providerId="LiveId" clId="{1FF82F16-0339-408E-948B-DCE383ADD4E0}" dt="2026-01-15T13:42:23.561" v="597" actId="20577"/>
        <pc:sldMkLst>
          <pc:docMk/>
          <pc:sldMk cId="2013060948" sldId="265"/>
        </pc:sldMkLst>
        <pc:spChg chg="mod">
          <ac:chgData name="佑太 丹羽" userId="168c8a1c8d5485a8" providerId="LiveId" clId="{1FF82F16-0339-408E-948B-DCE383ADD4E0}" dt="2026-01-15T13:42:23.561" v="597" actId="20577"/>
          <ac:spMkLst>
            <pc:docMk/>
            <pc:sldMk cId="2013060948" sldId="265"/>
            <ac:spMk id="3" creationId="{6C3AF0E9-490C-1D14-9285-AB0709DA7F30}"/>
          </ac:spMkLst>
        </pc:spChg>
      </pc:sldChg>
      <pc:sldChg chg="modSp mod">
        <pc:chgData name="佑太 丹羽" userId="168c8a1c8d5485a8" providerId="LiveId" clId="{1FF82F16-0339-408E-948B-DCE383ADD4E0}" dt="2026-01-15T13:36:23.882" v="578" actId="14100"/>
        <pc:sldMkLst>
          <pc:docMk/>
          <pc:sldMk cId="2226224818" sldId="268"/>
        </pc:sldMkLst>
        <pc:spChg chg="mod">
          <ac:chgData name="佑太 丹羽" userId="168c8a1c8d5485a8" providerId="LiveId" clId="{1FF82F16-0339-408E-948B-DCE383ADD4E0}" dt="2026-01-15T13:36:23.882" v="578" actId="14100"/>
          <ac:spMkLst>
            <pc:docMk/>
            <pc:sldMk cId="2226224818" sldId="268"/>
            <ac:spMk id="3" creationId="{0D466749-05B2-F777-72C2-1EC0E80597C3}"/>
          </ac:spMkLst>
        </pc:spChg>
      </pc:sldChg>
      <pc:sldChg chg="modSp mod">
        <pc:chgData name="佑太 丹羽" userId="168c8a1c8d5485a8" providerId="LiveId" clId="{1FF82F16-0339-408E-948B-DCE383ADD4E0}" dt="2026-01-15T13:42:05.901" v="596"/>
        <pc:sldMkLst>
          <pc:docMk/>
          <pc:sldMk cId="2880606453" sldId="269"/>
        </pc:sldMkLst>
        <pc:spChg chg="mod">
          <ac:chgData name="佑太 丹羽" userId="168c8a1c8d5485a8" providerId="LiveId" clId="{1FF82F16-0339-408E-948B-DCE383ADD4E0}" dt="2026-01-15T13:42:05.901" v="596"/>
          <ac:spMkLst>
            <pc:docMk/>
            <pc:sldMk cId="2880606453" sldId="269"/>
            <ac:spMk id="3" creationId="{7507FA32-39D2-DB01-B54F-3E3A5C2E8BF5}"/>
          </ac:spMkLst>
        </pc:spChg>
      </pc:sldChg>
      <pc:sldChg chg="addSp delSp modSp mod ord modClrScheme chgLayout">
        <pc:chgData name="佑太 丹羽" userId="168c8a1c8d5485a8" providerId="LiveId" clId="{1FF82F16-0339-408E-948B-DCE383ADD4E0}" dt="2026-01-15T12:51:31.864" v="126" actId="700"/>
        <pc:sldMkLst>
          <pc:docMk/>
          <pc:sldMk cId="3584475901" sldId="270"/>
        </pc:sldMkLst>
        <pc:spChg chg="mod ord">
          <ac:chgData name="佑太 丹羽" userId="168c8a1c8d5485a8" providerId="LiveId" clId="{1FF82F16-0339-408E-948B-DCE383ADD4E0}" dt="2026-01-15T12:51:31.864" v="126" actId="700"/>
          <ac:spMkLst>
            <pc:docMk/>
            <pc:sldMk cId="3584475901" sldId="270"/>
            <ac:spMk id="2" creationId="{E6416720-57C7-F76B-8ABA-DD1DDA68FCE8}"/>
          </ac:spMkLst>
        </pc:spChg>
        <pc:spChg chg="add del mod ord">
          <ac:chgData name="佑太 丹羽" userId="168c8a1c8d5485a8" providerId="LiveId" clId="{1FF82F16-0339-408E-948B-DCE383ADD4E0}" dt="2026-01-15T12:51:31.864" v="126" actId="700"/>
          <ac:spMkLst>
            <pc:docMk/>
            <pc:sldMk cId="3584475901" sldId="270"/>
            <ac:spMk id="3" creationId="{4FFDBC8D-9B1E-B15D-8340-98D092C6DE44}"/>
          </ac:spMkLst>
        </pc:spChg>
      </pc:sldChg>
      <pc:sldChg chg="addSp delSp modSp add del mod modClrScheme chgLayout">
        <pc:chgData name="佑太 丹羽" userId="168c8a1c8d5485a8" providerId="LiveId" clId="{1FF82F16-0339-408E-948B-DCE383ADD4E0}" dt="2026-01-15T12:51:38.133" v="141" actId="47"/>
        <pc:sldMkLst>
          <pc:docMk/>
          <pc:sldMk cId="1618861547" sldId="271"/>
        </pc:sldMkLst>
        <pc:spChg chg="mod ord">
          <ac:chgData name="佑太 丹羽" userId="168c8a1c8d5485a8" providerId="LiveId" clId="{1FF82F16-0339-408E-948B-DCE383ADD4E0}" dt="2026-01-15T12:36:06.436" v="72" actId="1036"/>
          <ac:spMkLst>
            <pc:docMk/>
            <pc:sldMk cId="1618861547" sldId="271"/>
            <ac:spMk id="2" creationId="{880BE981-A7CD-6DF5-13C3-37C4257FDAA1}"/>
          </ac:spMkLst>
        </pc:spChg>
        <pc:spChg chg="mod ord">
          <ac:chgData name="佑太 丹羽" userId="168c8a1c8d5485a8" providerId="LiveId" clId="{1FF82F16-0339-408E-948B-DCE383ADD4E0}" dt="2026-01-15T12:35:59.603" v="66" actId="1076"/>
          <ac:spMkLst>
            <pc:docMk/>
            <pc:sldMk cId="1618861547" sldId="271"/>
            <ac:spMk id="3" creationId="{0B7DD917-B41B-277A-10B0-C449A6C8C573}"/>
          </ac:spMkLst>
        </pc:spChg>
        <pc:spChg chg="mod ord">
          <ac:chgData name="佑太 丹羽" userId="168c8a1c8d5485a8" providerId="LiveId" clId="{1FF82F16-0339-408E-948B-DCE383ADD4E0}" dt="2026-01-15T12:51:33.923" v="140" actId="12"/>
          <ac:spMkLst>
            <pc:docMk/>
            <pc:sldMk cId="1618861547" sldId="271"/>
            <ac:spMk id="4" creationId="{E958E1AD-86D3-C823-6FD0-E3E6E32350ED}"/>
          </ac:spMkLst>
        </pc:spChg>
        <pc:spChg chg="add del mod ord">
          <ac:chgData name="佑太 丹羽" userId="168c8a1c8d5485a8" providerId="LiveId" clId="{1FF82F16-0339-408E-948B-DCE383ADD4E0}" dt="2026-01-15T12:35:23.402" v="36" actId="700"/>
          <ac:spMkLst>
            <pc:docMk/>
            <pc:sldMk cId="1618861547" sldId="271"/>
            <ac:spMk id="5" creationId="{85DF53BF-9879-4619-3134-7AA0A6C79704}"/>
          </ac:spMkLst>
        </pc:spChg>
      </pc:sldChg>
      <pc:sldChg chg="modSp add del mod ord modClrScheme chgLayout">
        <pc:chgData name="佑太 丹羽" userId="168c8a1c8d5485a8" providerId="LiveId" clId="{1FF82F16-0339-408E-948B-DCE383ADD4E0}" dt="2026-01-15T12:51:33.634" v="138" actId="2890"/>
        <pc:sldMkLst>
          <pc:docMk/>
          <pc:sldMk cId="3839660308" sldId="272"/>
        </pc:sldMkLst>
        <pc:spChg chg="mod ord">
          <ac:chgData name="佑太 丹羽" userId="168c8a1c8d5485a8" providerId="LiveId" clId="{1FF82F16-0339-408E-948B-DCE383ADD4E0}" dt="2026-01-15T12:51:33.474" v="137" actId="700"/>
          <ac:spMkLst>
            <pc:docMk/>
            <pc:sldMk cId="3839660308" sldId="272"/>
            <ac:spMk id="2" creationId="{71166C30-2851-D3ED-A451-59C5F996BFA3}"/>
          </ac:spMkLst>
        </pc:spChg>
        <pc:spChg chg="mod ord">
          <ac:chgData name="佑太 丹羽" userId="168c8a1c8d5485a8" providerId="LiveId" clId="{1FF82F16-0339-408E-948B-DCE383ADD4E0}" dt="2026-01-15T12:51:33.474" v="137" actId="700"/>
          <ac:spMkLst>
            <pc:docMk/>
            <pc:sldMk cId="3839660308" sldId="272"/>
            <ac:spMk id="3" creationId="{B2C55450-2E1B-0822-7C92-0ED8E9E8593D}"/>
          </ac:spMkLst>
        </pc:spChg>
      </pc:sldChg>
      <pc:sldMasterChg chg="addSldLayout modSldLayout">
        <pc:chgData name="佑太 丹羽" userId="168c8a1c8d5485a8" providerId="LiveId" clId="{1FF82F16-0339-408E-948B-DCE383ADD4E0}" dt="2026-01-15T12:33:59.694" v="5" actId="1582"/>
        <pc:sldMasterMkLst>
          <pc:docMk/>
          <pc:sldMasterMk cId="731514046" sldId="2147483672"/>
        </pc:sldMasterMkLst>
        <pc:sldLayoutChg chg="addSp delSp modSp add mod modTransition">
          <pc:chgData name="佑太 丹羽" userId="168c8a1c8d5485a8" providerId="LiveId" clId="{1FF82F16-0339-408E-948B-DCE383ADD4E0}" dt="2026-01-15T12:33:59.694" v="5" actId="1582"/>
          <pc:sldLayoutMkLst>
            <pc:docMk/>
            <pc:sldMasterMk cId="731514046" sldId="2147483672"/>
            <pc:sldLayoutMk cId="2771399334" sldId="2147483686"/>
          </pc:sldLayoutMkLst>
          <pc:spChg chg="del">
            <ac:chgData name="佑太 丹羽" userId="168c8a1c8d5485a8" providerId="LiveId" clId="{1FF82F16-0339-408E-948B-DCE383ADD4E0}" dt="2026-01-15T12:33:30.969" v="3" actId="478"/>
            <ac:spMkLst>
              <pc:docMk/>
              <pc:sldMasterMk cId="731514046" sldId="2147483672"/>
              <pc:sldLayoutMk cId="2771399334" sldId="2147483686"/>
              <ac:spMk id="5" creationId="{B612ECB3-DAB2-46AC-CC40-D56D5C732EA6}"/>
            </ac:spMkLst>
          </pc:spChg>
          <pc:cxnChg chg="add mod">
            <ac:chgData name="佑太 丹羽" userId="168c8a1c8d5485a8" providerId="LiveId" clId="{1FF82F16-0339-408E-948B-DCE383ADD4E0}" dt="2026-01-15T12:33:59.694" v="5" actId="1582"/>
            <ac:cxnSpMkLst>
              <pc:docMk/>
              <pc:sldMasterMk cId="731514046" sldId="2147483672"/>
              <pc:sldLayoutMk cId="2771399334" sldId="2147483686"/>
              <ac:cxnSpMk id="8" creationId="{1B25BBE2-D56A-FE01-0E62-F1FD9B245426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BC9BA-E727-42A9-8392-85B37AD2225F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235FD-35F8-4115-BA6F-0B6C03C6AA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466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C235FD-35F8-4115-BA6F-0B6C03C6AA8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16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C65FF9-E0C6-1778-96DA-0A19BC9CA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283FAD6-9707-ACC6-AD97-BBB76FD28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60684E-2A79-750A-2268-23BDF6768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B26D14-A7E9-B328-201E-2E88BE76F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105281-778E-5AEE-0F62-F410FEFD3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110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385A1E-25D8-F29B-240A-AF384160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81C667-66F9-9582-F91C-FEA623630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ABF964-175F-A4AC-0709-470A213D6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BF159B-F334-B840-E19E-7E3DCEAE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BD3E9-76B9-C947-BF1D-47F36420D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90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D38EA8-E7FC-5984-C9A7-84D007C62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7A7CA3-5D4A-3D10-0525-49F24C1A9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6D71FC-C8A6-BB25-8445-A834681F8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C0DC81-0117-D83E-E425-AF1CAB20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F94906-0607-439D-B2D4-65380DFE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352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D21DF-A57C-2003-303D-5B540E76B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6D9D90-7C30-916A-8E9F-0E014A3B0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FDAE0D-D3FA-C382-71E6-A01E8F442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123913-7577-6485-176D-F078504ED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ED5E50-CBE2-3F32-4182-39A62C382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EB9C63-5E73-02C3-1B5E-6918F3C6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373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930AD4-FD63-1F46-1F24-3B1E3A213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1F6014-0976-5D79-FBBE-61767AB86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1D6EAD-07A7-1E70-8901-46A495F2D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AF41307-2B49-061F-B945-D1219E5BE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0F25B51-1634-05E3-8962-3EA388147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2F26C2A-BA80-ADE9-F355-F04461574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9830E59-21D8-7204-C689-C051C03CD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03E1C4F-2243-2E4A-6F79-E96951F7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474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E4EADF-1030-1B75-7373-6727336E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AB9E42-9B86-EC7B-4265-91A6D6936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1C58AB-DBDF-056B-D965-65C0359F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E5C336-719E-5470-7591-60A3720A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80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AEDCE2-ACD9-3DA1-139A-46ADEA67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6E010A-0674-01A0-9E18-5757E3C8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7D1688-CC64-67E8-DBCA-8E0971D0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043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AEDCE2-ACD9-3DA1-139A-46ADEA67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6E010A-0674-01A0-9E18-5757E3C8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7D1688-CC64-67E8-DBCA-8E0971D0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612ECB3-DAB2-46AC-CC40-D56D5C732EA6}"/>
              </a:ext>
            </a:extLst>
          </p:cNvPr>
          <p:cNvSpPr/>
          <p:nvPr userDrawn="1"/>
        </p:nvSpPr>
        <p:spPr>
          <a:xfrm>
            <a:off x="0" y="0"/>
            <a:ext cx="12192000" cy="1122363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E53088E-0671-33A3-58B2-F661EF5F9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36525"/>
            <a:ext cx="10515600" cy="914400"/>
          </a:xfrm>
        </p:spPr>
        <p:txBody>
          <a:bodyPr anchor="ctr"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530942C-9CE4-7891-BA43-0196932A69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1654140"/>
            <a:ext cx="10515599" cy="1910993"/>
          </a:xfrm>
        </p:spPr>
        <p:txBody>
          <a:bodyPr/>
          <a:lstStyle>
            <a:lvl1pPr marL="2286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1pPr>
            <a:lvl2pPr marL="6858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2pPr>
            <a:lvl3pPr marL="11430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3pPr>
            <a:lvl4pPr marL="16002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4pPr>
            <a:lvl5pPr marL="20574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コンテンツ プレースホルダー 8">
            <a:extLst>
              <a:ext uri="{FF2B5EF4-FFF2-40B4-BE49-F238E27FC236}">
                <a16:creationId xmlns:a16="http://schemas.microsoft.com/office/drawing/2014/main" id="{0D2FCD36-C1C0-8DA1-9E8F-64A555B2C4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4248363"/>
            <a:ext cx="10515599" cy="1910993"/>
          </a:xfrm>
        </p:spPr>
        <p:txBody>
          <a:bodyPr/>
          <a:lstStyle>
            <a:lvl1pPr marL="2286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1pPr>
            <a:lvl2pPr marL="6858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2pPr>
            <a:lvl3pPr marL="11430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3pPr>
            <a:lvl4pPr marL="16002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4pPr>
            <a:lvl5pPr marL="20574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4601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AEDCE2-ACD9-3DA1-139A-46ADEA67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6E010A-0674-01A0-9E18-5757E3C8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7D1688-CC64-67E8-DBCA-8E0971D0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612ECB3-DAB2-46AC-CC40-D56D5C732EA6}"/>
              </a:ext>
            </a:extLst>
          </p:cNvPr>
          <p:cNvSpPr/>
          <p:nvPr userDrawn="1"/>
        </p:nvSpPr>
        <p:spPr>
          <a:xfrm>
            <a:off x="0" y="0"/>
            <a:ext cx="12192000" cy="1122363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E53088E-0671-33A3-58B2-F661EF5F9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36525"/>
            <a:ext cx="10515600" cy="914400"/>
          </a:xfrm>
        </p:spPr>
        <p:txBody>
          <a:bodyPr anchor="ctr"/>
          <a:lstStyle>
            <a:lvl1pPr marL="0" indent="0">
              <a:buNone/>
              <a:defRPr sz="4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530942C-9CE4-7891-BA43-0196932A69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1654140"/>
            <a:ext cx="10515599" cy="4458984"/>
          </a:xfrm>
        </p:spPr>
        <p:txBody>
          <a:bodyPr/>
          <a:lstStyle>
            <a:lvl1pPr marL="2286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1pPr>
            <a:lvl2pPr marL="6858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2pPr>
            <a:lvl3pPr marL="11430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3pPr>
            <a:lvl4pPr marL="16002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4pPr>
            <a:lvl5pPr marL="20574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236246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AEDCE2-ACD9-3DA1-139A-46ADEA67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6E010A-0674-01A0-9E18-5757E3C8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7D1688-CC64-67E8-DBCA-8E0971D0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E53088E-0671-33A3-58B2-F661EF5F9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36525"/>
            <a:ext cx="10515600" cy="914400"/>
          </a:xfrm>
        </p:spPr>
        <p:txBody>
          <a:bodyPr anchor="ctr"/>
          <a:lstStyle>
            <a:lvl1pPr marL="0" indent="0">
              <a:buNone/>
              <a:defRPr sz="4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530942C-9CE4-7891-BA43-0196932A69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1654140"/>
            <a:ext cx="10515599" cy="4458984"/>
          </a:xfrm>
        </p:spPr>
        <p:txBody>
          <a:bodyPr/>
          <a:lstStyle>
            <a:lvl1pPr marL="2286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1pPr>
            <a:lvl2pPr marL="6858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2pPr>
            <a:lvl3pPr marL="11430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3pPr>
            <a:lvl4pPr marL="16002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4pPr>
            <a:lvl5pPr marL="2057400" indent="-228600">
              <a:lnSpc>
                <a:spcPct val="110000"/>
              </a:lnSpc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B25BBE2-D56A-FE01-0E62-F1FD9B245426}"/>
              </a:ext>
            </a:extLst>
          </p:cNvPr>
          <p:cNvCxnSpPr/>
          <p:nvPr userDrawn="1"/>
        </p:nvCxnSpPr>
        <p:spPr>
          <a:xfrm>
            <a:off x="838200" y="1050925"/>
            <a:ext cx="1051559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1399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C9655E-3667-9F7B-AFB2-0943F0C18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C7BB87-751E-6D96-2089-3DC1886F9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2DE3D8-AC95-C0C8-E219-CB0B81BE5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503F07-0BA5-B695-AB7D-DD15D9D3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00F4D1-6EAA-B2E3-1694-A7307F59D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712F62-EEB2-0A85-66ED-5FE4FB222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2256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620F4A-335B-8E0C-4AA0-5F6F552B6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A61FC0-8671-D270-E2DD-202A11895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7BE273D-A276-69D0-1817-F34DC8574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588CDE-340A-377B-A140-E4E65F54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41D1E4-9A2D-0668-EBD0-1E9FCE26D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B06CA2-D846-E965-FD7E-3A811A46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290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D30128-2510-E416-5201-A524C1CF5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D00892F-89D6-E9CA-F0BC-B81697797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91804A-A52E-06F1-D1F2-BC8B3703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517CA8-2364-2459-7E47-B775892EB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CA5234-9F0D-4B8A-B0EF-96107D2B6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617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6694A-A734-BAC3-1380-C2D4FD224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56B848-47F7-4120-1FE1-1D8368050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59AAE1-DD63-FBD1-AF03-B2899609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3A4166-94DA-A80F-F822-0732734C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5FC0A9-C408-4D95-331F-0AFE9D65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167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4D8D874-FACB-C82B-7F5E-38B85607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475B58-117F-D89D-3D5F-3374368B9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54A5A3-16A5-4F5A-208B-8843338D2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90833-F57C-4EBE-9135-89DF04AFECF2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6949F9-F712-9308-E181-814428D04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046843-1340-8618-6CCA-3B9DE8F29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11375-1322-4A73-8A54-130552A2DD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151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4" r:id="rId8"/>
    <p:sldLayoutId id="2147483685" r:id="rId9"/>
    <p:sldLayoutId id="2147483686" r:id="rId10"/>
    <p:sldLayoutId id="2147483680" r:id="rId11"/>
    <p:sldLayoutId id="2147483681" r:id="rId12"/>
    <p:sldLayoutId id="2147483682" r:id="rId13"/>
    <p:sldLayoutId id="214748368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4322B7E9-E761-4C7C-C39B-7291540B7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6597" y="5558670"/>
            <a:ext cx="9144000" cy="558901"/>
          </a:xfrm>
        </p:spPr>
        <p:txBody>
          <a:bodyPr/>
          <a:lstStyle/>
          <a:p>
            <a:r>
              <a:rPr lang="ja-JP" altLang="en-US" dirty="0"/>
              <a:t>ロジスティック回帰と統計検定による施策判断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51743EC-946C-B17F-022F-70D519E73F38}"/>
              </a:ext>
            </a:extLst>
          </p:cNvPr>
          <p:cNvSpPr/>
          <p:nvPr/>
        </p:nvSpPr>
        <p:spPr>
          <a:xfrm>
            <a:off x="0" y="0"/>
            <a:ext cx="12192000" cy="4613097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77A6D6E-BFEF-D2DF-6505-AFF537970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4124" y="1908831"/>
            <a:ext cx="10394775" cy="1520169"/>
          </a:xfrm>
        </p:spPr>
        <p:txBody>
          <a:bodyPr anchor="t">
            <a:noAutofit/>
          </a:bodyPr>
          <a:lstStyle/>
          <a:p>
            <a:pPr algn="l"/>
            <a:r>
              <a:rPr lang="ja-JP" altLang="en-US" sz="5200" b="1" dirty="0">
                <a:solidFill>
                  <a:schemeClr val="bg1"/>
                </a:solidFill>
              </a:rPr>
              <a:t>キャンペーン反応要因の定量化と</a:t>
            </a:r>
            <a:br>
              <a:rPr lang="en-US" altLang="ja-JP" sz="5200" b="1" dirty="0">
                <a:solidFill>
                  <a:schemeClr val="bg1"/>
                </a:solidFill>
              </a:rPr>
            </a:br>
            <a:r>
              <a:rPr lang="ja-JP" altLang="en-US" sz="5200" b="1" dirty="0">
                <a:solidFill>
                  <a:schemeClr val="bg1"/>
                </a:solidFill>
              </a:rPr>
              <a:t>配信優先順位の設計</a:t>
            </a:r>
            <a:endParaRPr kumimoji="1" lang="ja-JP" altLang="en-US" sz="5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625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2662D2C-11BA-E488-55A2-2C16A68D0A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Executive Summary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07FA32-39D2-DB01-B54F-3E3A5C2E8BF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過去キャンペーンの反応ログと顧客属性データを用いて、</a:t>
            </a:r>
            <a:br>
              <a:rPr kumimoji="1" lang="en-US" altLang="ja-JP" dirty="0"/>
            </a:br>
            <a:r>
              <a:rPr kumimoji="1" lang="ja-JP" altLang="en-US" dirty="0"/>
              <a:t>キャンペーンに反応しやすい顧客の特徴を定量的に整理した。</a:t>
            </a:r>
            <a:endParaRPr kumimoji="1" lang="en-US" altLang="ja-JP" dirty="0"/>
          </a:p>
          <a:p>
            <a:r>
              <a:rPr lang="ja-JP" altLang="en-US" dirty="0"/>
              <a:t>ロジスティック回帰では収入が有意、統計検定では学歴も反応率に差を示した。</a:t>
            </a:r>
            <a:br>
              <a:rPr kumimoji="1" lang="en-US" altLang="ja-JP" b="1" dirty="0"/>
            </a:br>
            <a:endParaRPr kumimoji="1" lang="en-US" altLang="ja-JP" b="1" dirty="0"/>
          </a:p>
          <a:p>
            <a:r>
              <a:rPr kumimoji="1" lang="ja-JP" altLang="en-US" b="1" dirty="0"/>
              <a:t>提案：</a:t>
            </a:r>
            <a:endParaRPr kumimoji="1" lang="en-US" altLang="ja-JP" b="1" dirty="0"/>
          </a:p>
          <a:p>
            <a:pPr marL="0" indent="0">
              <a:buNone/>
            </a:pPr>
            <a:r>
              <a:rPr kumimoji="1" lang="ja-JP" altLang="en-US" dirty="0"/>
              <a:t>以上より、</a:t>
            </a:r>
            <a:r>
              <a:rPr lang="ja-JP" altLang="en-US" dirty="0"/>
              <a:t>配信優先度は「購買力（≒収入）」を軸に設計し、収入情報不足時は学歴で補完する。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060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D4AFA89-1D1B-2884-A311-6C7EB3BB8C2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sz="4000" dirty="0">
                <a:solidFill>
                  <a:schemeClr val="bg1"/>
                </a:solidFill>
              </a:rPr>
              <a:t>課題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3E8C6C-1C18-02AA-B178-4FFFCC14F0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210329"/>
            <a:ext cx="10515599" cy="1834127"/>
          </a:xfrm>
        </p:spPr>
        <p:txBody>
          <a:bodyPr/>
          <a:lstStyle/>
          <a:p>
            <a:r>
              <a:rPr kumimoji="1" lang="ja-JP" altLang="en-US" dirty="0"/>
              <a:t>キャンペーン施策（メール・クーポン）は全顧客一律配信</a:t>
            </a:r>
            <a:endParaRPr kumimoji="1" lang="en-US" altLang="ja-JP" dirty="0"/>
          </a:p>
          <a:p>
            <a:r>
              <a:rPr kumimoji="1" lang="ja-JP" altLang="en-US" dirty="0"/>
              <a:t>コストが増加する一方、費用対効果が逓減</a:t>
            </a:r>
            <a:endParaRPr kumimoji="1" lang="en-US" altLang="ja-JP" dirty="0"/>
          </a:p>
          <a:p>
            <a:r>
              <a:rPr kumimoji="1" lang="ja-JP" altLang="en-US" dirty="0"/>
              <a:t>「反応しやすい顧客像」が定量的に整理されていない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23F71CB-517C-DE93-F48F-73E414CDA8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5203860"/>
            <a:ext cx="10515599" cy="955496"/>
          </a:xfrm>
        </p:spPr>
        <p:txBody>
          <a:bodyPr>
            <a:normAutofit lnSpcReduction="10000"/>
          </a:bodyPr>
          <a:lstStyle/>
          <a:p>
            <a:r>
              <a:rPr lang="ja-JP" altLang="en-US" dirty="0"/>
              <a:t>誰に配信すべきかを、</a:t>
            </a:r>
            <a:br>
              <a:rPr lang="ja-JP" altLang="en-US" dirty="0"/>
            </a:br>
            <a:r>
              <a:rPr lang="ja-JP" altLang="en-US" dirty="0"/>
              <a:t>データに基づいて説明できる状態にしたい</a:t>
            </a:r>
            <a:endParaRPr kumimoji="1" lang="ja-JP" altLang="en-US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658D2DB-51C0-2B28-3223-6A1A3C7EA2E2}"/>
              </a:ext>
            </a:extLst>
          </p:cNvPr>
          <p:cNvSpPr txBox="1"/>
          <p:nvPr/>
        </p:nvSpPr>
        <p:spPr>
          <a:xfrm>
            <a:off x="838200" y="172720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chemeClr val="accent5"/>
                </a:solidFill>
              </a:rPr>
              <a:t>現状の課題</a:t>
            </a:r>
          </a:p>
        </p:txBody>
      </p:sp>
      <p:sp>
        <p:nvSpPr>
          <p:cNvPr id="7" name="二等辺三角形 6">
            <a:extLst>
              <a:ext uri="{FF2B5EF4-FFF2-40B4-BE49-F238E27FC236}">
                <a16:creationId xmlns:a16="http://schemas.microsoft.com/office/drawing/2014/main" id="{D4276E4B-AB2A-AD35-CA78-3D2891663DDF}"/>
              </a:ext>
            </a:extLst>
          </p:cNvPr>
          <p:cNvSpPr/>
          <p:nvPr/>
        </p:nvSpPr>
        <p:spPr>
          <a:xfrm flipV="1">
            <a:off x="5894662" y="4277024"/>
            <a:ext cx="402674" cy="347133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24D531-275C-D672-C3F3-06354682A0FF}"/>
              </a:ext>
            </a:extLst>
          </p:cNvPr>
          <p:cNvSpPr txBox="1"/>
          <p:nvPr/>
        </p:nvSpPr>
        <p:spPr>
          <a:xfrm>
            <a:off x="838199" y="474219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chemeClr val="accent5"/>
                </a:solidFill>
              </a:rPr>
              <a:t>分析の目的</a:t>
            </a:r>
          </a:p>
        </p:txBody>
      </p:sp>
    </p:spTree>
    <p:extLst>
      <p:ext uri="{BB962C8B-B14F-4D97-AF65-F5344CB8AC3E}">
        <p14:creationId xmlns:p14="http://schemas.microsoft.com/office/powerpoint/2010/main" val="429466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CDD23FB3-215C-593F-BE17-A13A8348D4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bg1"/>
                </a:solidFill>
              </a:rPr>
              <a:t>分析</a:t>
            </a:r>
            <a:r>
              <a:rPr kumimoji="1" lang="ja-JP" altLang="en-US" dirty="0">
                <a:solidFill>
                  <a:schemeClr val="bg1"/>
                </a:solidFill>
              </a:rPr>
              <a:t>アプローチ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C824EE-9BFE-2322-CB7C-9ED8D1BC69D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ja-JP" altLang="en-US" b="1" dirty="0"/>
              <a:t>属性</a:t>
            </a:r>
            <a:r>
              <a:rPr lang="en-US" altLang="ja-JP" b="1" dirty="0"/>
              <a:t>×</a:t>
            </a:r>
            <a:r>
              <a:rPr lang="ja-JP" altLang="en-US" b="1" dirty="0"/>
              <a:t>反応ログの整理</a:t>
            </a:r>
            <a:br>
              <a:rPr lang="en-US" altLang="ja-JP" dirty="0"/>
            </a:br>
            <a:r>
              <a:rPr lang="ja-JP" altLang="en-US" dirty="0"/>
              <a:t>顧客属性とキャンペーン反応を用い、顧客ごとの反応有無を比較できる分析用データを作成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b="1" dirty="0"/>
              <a:t>ロジスティック回帰による定量化</a:t>
            </a:r>
            <a:br>
              <a:rPr kumimoji="1" lang="en-US" altLang="ja-JP" dirty="0"/>
            </a:br>
            <a:r>
              <a:rPr kumimoji="1" lang="ja-JP" altLang="en-US" dirty="0"/>
              <a:t>反応確立を目的変数とし、どの属性が反応に影響しているかを定量的に把握</a:t>
            </a:r>
            <a:endParaRPr kumimoji="1"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b="1" dirty="0"/>
              <a:t>統計検定による補足検証</a:t>
            </a:r>
            <a:br>
              <a:rPr lang="en-US" altLang="ja-JP" dirty="0"/>
            </a:br>
            <a:r>
              <a:rPr lang="ja-JP" altLang="en-US" dirty="0"/>
              <a:t>検定により、回帰結果が偶然によるものではないかを確認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11416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20DCD-CC3A-69BD-69B8-CC03FB70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F954314-A40F-EB98-282F-56AF319B0CB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分析①：ロジスティック回帰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C759670-03BC-F0CF-B002-BCD6BD488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111380"/>
              </p:ext>
            </p:extLst>
          </p:nvPr>
        </p:nvGraphicFramePr>
        <p:xfrm>
          <a:off x="1016377" y="2448208"/>
          <a:ext cx="10159246" cy="288725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889642">
                  <a:extLst>
                    <a:ext uri="{9D8B030D-6E8A-4147-A177-3AD203B41FA5}">
                      <a16:colId xmlns:a16="http://schemas.microsoft.com/office/drawing/2014/main" val="2223287118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58880137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4063267630"/>
                    </a:ext>
                  </a:extLst>
                </a:gridCol>
                <a:gridCol w="3093604">
                  <a:extLst>
                    <a:ext uri="{9D8B030D-6E8A-4147-A177-3AD203B41FA5}">
                      <a16:colId xmlns:a16="http://schemas.microsoft.com/office/drawing/2014/main" val="150671334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変数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オッズ比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有意性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解釈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950507"/>
                  </a:ext>
                </a:extLst>
              </a:tr>
              <a:tr h="7824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収入水準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/>
                        <a:t>3.98</a:t>
                      </a:r>
                      <a:endParaRPr kumimoji="1" lang="ja-JP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収入が高いほど反応しやすい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084132"/>
                  </a:ext>
                </a:extLst>
              </a:tr>
              <a:tr h="7824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学歴（大卒以上）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0" dirty="0"/>
                        <a:t>1.57</a:t>
                      </a:r>
                      <a:endParaRPr kumimoji="1" lang="ja-JP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0" dirty="0"/>
                        <a:t>-</a:t>
                      </a:r>
                      <a:endParaRPr kumimoji="1" lang="ja-JP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明確な差はみられず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161579"/>
                  </a:ext>
                </a:extLst>
              </a:tr>
              <a:tr h="7824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パートナー有無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1.42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明確な差はみられず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819393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306925-53B6-24EB-AE3D-64E6F77983B8}"/>
              </a:ext>
            </a:extLst>
          </p:cNvPr>
          <p:cNvSpPr txBox="1"/>
          <p:nvPr/>
        </p:nvSpPr>
        <p:spPr>
          <a:xfrm>
            <a:off x="906012" y="1853967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chemeClr val="accent5"/>
                </a:solidFill>
              </a:rPr>
              <a:t>キャンペーン反応に影響する要因</a:t>
            </a:r>
            <a:endParaRPr kumimoji="1" lang="ja-JP" alt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0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40FA-4D59-CB79-CF9A-7A24CA52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6416720-57C7-F76B-8ABA-DD1DDA68FCE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bg1"/>
                </a:solidFill>
              </a:rPr>
              <a:t>分析②：統計検定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AC7A1C0-2BA6-CFEF-CC0F-D7402A0B6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04787"/>
              </p:ext>
            </p:extLst>
          </p:nvPr>
        </p:nvGraphicFramePr>
        <p:xfrm>
          <a:off x="1016376" y="2448208"/>
          <a:ext cx="10065481" cy="288725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603612">
                  <a:extLst>
                    <a:ext uri="{9D8B030D-6E8A-4147-A177-3AD203B41FA5}">
                      <a16:colId xmlns:a16="http://schemas.microsoft.com/office/drawing/2014/main" val="2223287118"/>
                    </a:ext>
                  </a:extLst>
                </a:gridCol>
                <a:gridCol w="2603901">
                  <a:extLst>
                    <a:ext uri="{9D8B030D-6E8A-4147-A177-3AD203B41FA5}">
                      <a16:colId xmlns:a16="http://schemas.microsoft.com/office/drawing/2014/main" val="3588801372"/>
                    </a:ext>
                  </a:extLst>
                </a:gridCol>
                <a:gridCol w="3857968">
                  <a:extLst>
                    <a:ext uri="{9D8B030D-6E8A-4147-A177-3AD203B41FA5}">
                      <a16:colId xmlns:a16="http://schemas.microsoft.com/office/drawing/2014/main" val="150671334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検証内容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検定手法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結果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950507"/>
                  </a:ext>
                </a:extLst>
              </a:tr>
              <a:tr h="7824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収入水準</a:t>
                      </a:r>
                      <a:r>
                        <a:rPr kumimoji="1" lang="en-US" altLang="ja-JP" dirty="0"/>
                        <a:t>×</a:t>
                      </a:r>
                      <a:r>
                        <a:rPr kumimoji="1" lang="ja-JP" altLang="en-US" dirty="0"/>
                        <a:t>反応有無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0" dirty="0"/>
                        <a:t>Welch</a:t>
                      </a:r>
                      <a:r>
                        <a:rPr kumimoji="1" lang="ja-JP" altLang="en-US" b="0" dirty="0"/>
                        <a:t>の</a:t>
                      </a:r>
                      <a:r>
                        <a:rPr kumimoji="1" lang="en-US" altLang="ja-JP" b="0" dirty="0"/>
                        <a:t>t</a:t>
                      </a:r>
                      <a:r>
                        <a:rPr kumimoji="1" lang="ja-JP" altLang="en-US" b="0" dirty="0"/>
                        <a:t>検定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有意差あり（</a:t>
                      </a:r>
                      <a:r>
                        <a:rPr kumimoji="1" lang="en-US" altLang="ja-JP" dirty="0"/>
                        <a:t>p&lt;0.01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084132"/>
                  </a:ext>
                </a:extLst>
              </a:tr>
              <a:tr h="7824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学歴（大卒以上）</a:t>
                      </a:r>
                      <a:r>
                        <a:rPr kumimoji="1" lang="en-US" altLang="ja-JP" dirty="0"/>
                        <a:t>×</a:t>
                      </a:r>
                      <a:r>
                        <a:rPr kumimoji="1" lang="ja-JP" altLang="en-US" dirty="0"/>
                        <a:t>反応有無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l-GR" altLang="ja-JP" b="0" dirty="0"/>
                        <a:t>Χ</a:t>
                      </a:r>
                      <a:r>
                        <a:rPr kumimoji="1" lang="ja-JP" altLang="en-US" b="0" dirty="0"/>
                        <a:t>二乗検定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有意差あり（</a:t>
                      </a:r>
                      <a:r>
                        <a:rPr kumimoji="1" lang="en-US" altLang="ja-JP" dirty="0"/>
                        <a:t>p&lt;0.05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161579"/>
                  </a:ext>
                </a:extLst>
              </a:tr>
              <a:tr h="7824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/>
                        <a:t>パートナー有無</a:t>
                      </a:r>
                      <a:r>
                        <a:rPr kumimoji="1" lang="en-US" altLang="ja-JP" dirty="0"/>
                        <a:t>×</a:t>
                      </a:r>
                      <a:r>
                        <a:rPr kumimoji="1" lang="ja-JP" altLang="en-US" dirty="0"/>
                        <a:t>反応有無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l-GR" altLang="ja-JP" b="0" dirty="0"/>
                        <a:t>Χ</a:t>
                      </a:r>
                      <a:r>
                        <a:rPr kumimoji="1" lang="ja-JP" altLang="en-US" b="0" dirty="0"/>
                        <a:t>二乗検定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有意差なし（</a:t>
                      </a:r>
                      <a:r>
                        <a:rPr kumimoji="1" lang="en-US" altLang="ja-JP" dirty="0"/>
                        <a:t>p&gt;0.05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819393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386DA78-C92D-97C1-2E38-743AF641B460}"/>
              </a:ext>
            </a:extLst>
          </p:cNvPr>
          <p:cNvSpPr txBox="1"/>
          <p:nvPr/>
        </p:nvSpPr>
        <p:spPr>
          <a:xfrm>
            <a:off x="906012" y="1853967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solidFill>
                  <a:schemeClr val="accent5"/>
                </a:solidFill>
              </a:rPr>
              <a:t>回帰結果の補足検証（統計検定）</a:t>
            </a:r>
            <a:endParaRPr kumimoji="1" lang="ja-JP" altLang="en-US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475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02C24-E440-A447-AA23-ADE79EF8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B6370A0D-CCCE-B2EE-5E25-21560FDB24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解釈①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F6CF3B-D147-F499-F48E-DD489C1CE7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1654140"/>
            <a:ext cx="10515599" cy="4289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b="1" dirty="0"/>
              <a:t>データから読み取れる事実</a:t>
            </a:r>
            <a:endParaRPr lang="en-US" altLang="ja-JP" b="1" dirty="0"/>
          </a:p>
          <a:p>
            <a:r>
              <a:rPr lang="ja-JP" altLang="en-US" dirty="0"/>
              <a:t>収入は他の属性を調整した上でも正の影響を持ち、有意であった</a:t>
            </a:r>
            <a:endParaRPr lang="en-US" altLang="ja-JP" dirty="0"/>
          </a:p>
          <a:p>
            <a:r>
              <a:rPr lang="ja-JP" altLang="en-US" dirty="0"/>
              <a:t>学歴は多変量では有意ではなかったが、単変量では反応率に差が認められた</a:t>
            </a:r>
            <a:endParaRPr lang="en-US" altLang="ja-JP" dirty="0"/>
          </a:p>
          <a:p>
            <a:r>
              <a:rPr lang="ja-JP" altLang="en-US" dirty="0"/>
              <a:t>パートナー有無は、単変量・多変量ともに大きな効果は観測されなかった</a:t>
            </a:r>
            <a:endParaRPr lang="en-US" altLang="ja-JP" b="1" dirty="0"/>
          </a:p>
        </p:txBody>
      </p:sp>
    </p:spTree>
    <p:extLst>
      <p:ext uri="{BB962C8B-B14F-4D97-AF65-F5344CB8AC3E}">
        <p14:creationId xmlns:p14="http://schemas.microsoft.com/office/powerpoint/2010/main" val="124108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72DAD-D451-403F-CDC4-7A9C4B8E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C26BA04-F2EA-6EAB-036F-03277764F21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解釈②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466749-05B2-F777-72C2-1EC0E80597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1654140"/>
            <a:ext cx="10515599" cy="42894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ja-JP" altLang="en-US" b="1" dirty="0"/>
              <a:t>事実に基づく意味付け</a:t>
            </a:r>
            <a:endParaRPr lang="en-US" altLang="ja-JP" b="1" dirty="0"/>
          </a:p>
          <a:p>
            <a:r>
              <a:rPr lang="ja-JP" altLang="en-US" dirty="0"/>
              <a:t>反応しやすい顧客は、購買力（可処分所得）の高い層である可能性が高い</a:t>
            </a:r>
            <a:br>
              <a:rPr lang="ja-JP" altLang="en-US" dirty="0"/>
            </a:br>
            <a:r>
              <a:rPr lang="ja-JP" altLang="en-US" dirty="0"/>
              <a:t>→ </a:t>
            </a:r>
            <a:r>
              <a:rPr lang="ja-JP" altLang="en-US" b="1" dirty="0"/>
              <a:t>収入は購買力の直接指標</a:t>
            </a:r>
            <a:endParaRPr lang="en-US" altLang="ja-JP" b="1" dirty="0"/>
          </a:p>
          <a:p>
            <a:r>
              <a:rPr lang="ja-JP" altLang="en-US" dirty="0"/>
              <a:t>学歴は購買力と相関しやすいため、収入情報の不足時には代理指標になり得る</a:t>
            </a:r>
            <a:endParaRPr lang="en-US" altLang="ja-JP" dirty="0"/>
          </a:p>
          <a:p>
            <a:r>
              <a:rPr lang="ja-JP" altLang="en-US" dirty="0"/>
              <a:t>パートナー有無などの属性は購買力を説明する指標としては限定的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sz="2600" dirty="0"/>
              <a:t>※</a:t>
            </a:r>
            <a:r>
              <a:rPr lang="ja-JP" altLang="en-US" sz="2600" dirty="0"/>
              <a:t>因果関係を直接示すものではない。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26224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5D9DE-B2C9-6305-D70A-4640B179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CE5269E-6685-D225-3AD8-2468E73CEF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Next</a:t>
            </a:r>
            <a:r>
              <a:rPr kumimoji="1" lang="ja-JP" altLang="en-US" dirty="0">
                <a:solidFill>
                  <a:schemeClr val="bg1"/>
                </a:solidFill>
              </a:rPr>
              <a:t> </a:t>
            </a:r>
            <a:r>
              <a:rPr kumimoji="1" lang="en-US" altLang="ja-JP" dirty="0">
                <a:solidFill>
                  <a:schemeClr val="bg1"/>
                </a:solidFill>
              </a:rPr>
              <a:t>Action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3AF0E9-490C-1D14-9285-AB0709DA7F3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b="1" dirty="0"/>
              <a:t>提案</a:t>
            </a:r>
            <a:endParaRPr lang="en-US" altLang="ja-JP" b="1" dirty="0"/>
          </a:p>
          <a:p>
            <a:r>
              <a:rPr lang="ja-JP" altLang="en-US" dirty="0"/>
              <a:t>全顧客一律配信ではなく、購買力指標（収入・学歴）に基づく配信優先順位を設計</a:t>
            </a:r>
            <a:endParaRPr lang="en-US" altLang="ja-JP" dirty="0"/>
          </a:p>
          <a:p>
            <a:r>
              <a:rPr lang="ja-JP" altLang="en-US" dirty="0"/>
              <a:t>特定ターゲットへの配信による費用対効果向上を検証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13060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F81708-D06B-D43E-15BB-015F10CF4A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7200" dirty="0"/>
              <a:t>Thank you !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46619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3">
      <a:dk1>
        <a:srgbClr val="3A3838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3">
      <a:majorFont>
        <a:latin typeface="Arial"/>
        <a:ea typeface="游ゴシック Light"/>
        <a:cs typeface=""/>
      </a:majorFont>
      <a:minorFont>
        <a:latin typeface="Arial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528</Words>
  <Application>Microsoft Office PowerPoint</Application>
  <PresentationFormat>ワイド画面</PresentationFormat>
  <Paragraphs>67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Arial</vt:lpstr>
      <vt:lpstr>Wingdings</vt:lpstr>
      <vt:lpstr>Office テーマ</vt:lpstr>
      <vt:lpstr>キャンペーン反応要因の定量化と 配信優先順位の設計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佑太 丹羽</dc:creator>
  <cp:lastModifiedBy>佑太 丹羽</cp:lastModifiedBy>
  <cp:revision>7</cp:revision>
  <dcterms:created xsi:type="dcterms:W3CDTF">2026-01-12T06:29:16Z</dcterms:created>
  <dcterms:modified xsi:type="dcterms:W3CDTF">2026-01-15T13:42:44Z</dcterms:modified>
</cp:coreProperties>
</file>